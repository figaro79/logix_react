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32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94D43-111A-F718-4E3C-A05C52280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35E35C-3169-FD75-974C-2A331D37F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9A48DA-EB4F-F297-D635-F8E190F6A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39AB-73F6-4DA6-93B6-26B72DAC35FF}" type="datetimeFigureOut">
              <a:rPr lang="es-CO" smtClean="0"/>
              <a:t>3/11/2025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0CACDA-0D11-7F62-C6C8-9FBF742B8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F5A609-43EF-30FE-DD12-5163E12B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A9D-583F-4B0C-AEA0-4DAB0DE0A6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024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B2CD1-4CE3-EE56-D4C7-B5523874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9D22D1-6F82-8705-2081-C54A774E7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2B0A14-09CC-7B33-D162-83B04FC1F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39AB-73F6-4DA6-93B6-26B72DAC35FF}" type="datetimeFigureOut">
              <a:rPr lang="es-CO" smtClean="0"/>
              <a:t>3/11/2025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1BA102-9028-199A-AED1-5B2DE6A26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6F7ADB-DE40-B9FC-AEEA-26E7D8EF2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A9D-583F-4B0C-AEA0-4DAB0DE0A6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7999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E61A8-69A8-4E88-8DCC-CE253FC3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0C4ACB-2C7D-2964-E431-CDFD9CCCE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CB074F-784B-6935-427F-5392EC94B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39AB-73F6-4DA6-93B6-26B72DAC35FF}" type="datetimeFigureOut">
              <a:rPr lang="es-CO" smtClean="0"/>
              <a:t>3/11/2025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16CCF4-B23A-A43D-CE3B-6863015B4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F57690-1B01-98D6-C2CE-523868EF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A9D-583F-4B0C-AEA0-4DAB0DE0A6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9709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FEACD-B38D-EB7A-E9C5-5A9FE683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FFA958-8DF8-B155-63D8-83C8A66F09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F8AE7C-83D4-2503-2069-4D050659A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751BD5-024A-7645-4A5A-7718CEBA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39AB-73F6-4DA6-93B6-26B72DAC35FF}" type="datetimeFigureOut">
              <a:rPr lang="es-CO" smtClean="0"/>
              <a:t>3/11/2025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B33983-ECDB-A8EA-F527-31EADDEE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4B370D-4E62-4C6A-5860-00D129C3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A9D-583F-4B0C-AEA0-4DAB0DE0A6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4841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E47AB-1C30-CFF6-53A0-A85DFAD68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220C4D-926B-B33A-6E43-97C1A413F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FD0682-2F25-069F-4393-2D6E020C4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9B55E38-5C31-0028-FB88-13554A135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182A0B8-425F-1653-0659-35B6619A7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C488D8-3819-FBAE-EEA1-118A17C4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39AB-73F6-4DA6-93B6-26B72DAC35FF}" type="datetimeFigureOut">
              <a:rPr lang="es-CO" smtClean="0"/>
              <a:t>3/11/2025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61E6F9A-C91E-2FB4-5176-6DC03129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52FD8E8-69DB-94DF-C261-5A6EAD7F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A9D-583F-4B0C-AEA0-4DAB0DE0A6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223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C8417B-24ED-A50F-2093-913D4D4B7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7CF7DD-748D-10E4-3D04-87DF664E5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39AB-73F6-4DA6-93B6-26B72DAC35FF}" type="datetimeFigureOut">
              <a:rPr lang="es-CO" smtClean="0"/>
              <a:t>3/11/2025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9B64B5-B440-3FA8-98CF-974C0A94E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DC626E-9898-5D96-0213-9E254A024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A9D-583F-4B0C-AEA0-4DAB0DE0A6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6831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3945C9-D487-AF89-F5D9-782CEBF9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39AB-73F6-4DA6-93B6-26B72DAC35FF}" type="datetimeFigureOut">
              <a:rPr lang="es-CO" smtClean="0"/>
              <a:t>3/11/2025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0EE3F38-5599-BAD3-BF4D-A75764A7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6A93D7-AA4E-A21B-D45E-88C5CB820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A9D-583F-4B0C-AEA0-4DAB0DE0A6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65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48C45-514A-26C1-C37C-9D084E6C2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5A7B43-56C6-67EA-4686-B45E854A5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21048D9-CAE2-8520-64B4-4BC85DC29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3D1DC8-D378-F1E1-AED9-DBA9F838E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39AB-73F6-4DA6-93B6-26B72DAC35FF}" type="datetimeFigureOut">
              <a:rPr lang="es-CO" smtClean="0"/>
              <a:t>3/11/2025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7D296B-6E74-F29A-2EB1-9EB801A5A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A0D6B3-CEE9-A5D4-EE6B-EA77EB6D6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A9D-583F-4B0C-AEA0-4DAB0DE0A6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2832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A0A1ED-11E0-8592-211E-6DE56D19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2D0455-5639-B9C0-2675-A47CB6E6C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24D9BB-B488-7AFA-CC31-58611A5D4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E1623C-2182-6B55-BF66-D404C72DD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39AB-73F6-4DA6-93B6-26B72DAC35FF}" type="datetimeFigureOut">
              <a:rPr lang="es-CO" smtClean="0"/>
              <a:t>3/11/2025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A771CF-E035-3CF2-4B19-7A1C44079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A85C06-2D5C-88B4-73E4-EE927E7A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A9D-583F-4B0C-AEA0-4DAB0DE0A6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700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92D3E-F3BA-CAC0-E80E-CE7D9C4B7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61D14E-9B24-50FC-996D-A33C7DD02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471007-DA8B-7069-71AB-E7BCF4B81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39AB-73F6-4DA6-93B6-26B72DAC35FF}" type="datetimeFigureOut">
              <a:rPr lang="es-CO" smtClean="0"/>
              <a:t>3/11/2025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9C18C2-D7B5-57EB-DE09-9DC98F73E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1C8195-7C0A-5D77-67B9-6D3B0AEC2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A9D-583F-4B0C-AEA0-4DAB0DE0A6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9689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DB77A5-E8BF-47DD-46DF-E692D067A0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408BC0-E133-7494-7B1E-D5B9CF175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94DBA-9984-0B4D-4DD7-5B9282F6A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39AB-73F6-4DA6-93B6-26B72DAC35FF}" type="datetimeFigureOut">
              <a:rPr lang="es-CO" smtClean="0"/>
              <a:t>3/11/2025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EF7500-A9E5-1A1E-16DD-6388F8A03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49DD91-6AD7-7EFF-1E89-B8BD03C4A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A9D-583F-4B0C-AEA0-4DAB0DE0A6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6618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C200286-51D8-7D6E-73A4-6696C6A28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93233A-129F-EA84-2B0F-BA2DA4729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549DF5-B8F5-C788-A2A3-5CF71263A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C39AB-73F6-4DA6-93B6-26B72DAC35FF}" type="datetimeFigureOut">
              <a:rPr lang="es-CO" smtClean="0"/>
              <a:t>3/11/2025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6D62A8-07C3-7059-D36B-1B728F592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8E0BBB-3410-C9F7-660B-208DE44C4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86EA9D-583F-4B0C-AEA0-4DAB0DE0A6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7593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8.png"/><Relationship Id="rId18" Type="http://schemas.microsoft.com/office/2007/relationships/hdphoto" Target="../media/hdphoto7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microsoft.com/office/2007/relationships/hdphoto" Target="../media/hdphoto4.wdp"/><Relationship Id="rId17" Type="http://schemas.openxmlformats.org/officeDocument/2006/relationships/image" Target="../media/image10.png"/><Relationship Id="rId2" Type="http://schemas.openxmlformats.org/officeDocument/2006/relationships/image" Target="../media/image1.jpg"/><Relationship Id="rId16" Type="http://schemas.microsoft.com/office/2007/relationships/hdphoto" Target="../media/hdphoto6.wdp"/><Relationship Id="rId20" Type="http://schemas.microsoft.com/office/2007/relationships/hdphoto" Target="../media/hdphoto8.wdp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microsoft.com/office/2007/relationships/hdphoto" Target="../media/hdphoto3.wdp"/><Relationship Id="rId19" Type="http://schemas.openxmlformats.org/officeDocument/2006/relationships/image" Target="../media/image11.png"/><Relationship Id="rId4" Type="http://schemas.openxmlformats.org/officeDocument/2006/relationships/image" Target="../media/image3.svg"/><Relationship Id="rId9" Type="http://schemas.openxmlformats.org/officeDocument/2006/relationships/image" Target="../media/image6.png"/><Relationship Id="rId1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Icono&#10;&#10;El contenido generado por IA puede ser incorrecto.">
            <a:extLst>
              <a:ext uri="{FF2B5EF4-FFF2-40B4-BE49-F238E27FC236}">
                <a16:creationId xmlns:a16="http://schemas.microsoft.com/office/drawing/2014/main" id="{825359C7-88C6-596C-0F3A-1FF6EB3E6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883" y="2494180"/>
            <a:ext cx="415637" cy="41563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838B2CD-28E7-8972-0D58-DC3844C28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120" y="95003"/>
            <a:ext cx="9144000" cy="956768"/>
          </a:xfrm>
        </p:spPr>
        <p:txBody>
          <a:bodyPr/>
          <a:lstStyle/>
          <a:p>
            <a:r>
              <a:rPr lang="es-CO" dirty="0" err="1"/>
              <a:t>LogiTrack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290C97B-5E71-8AEB-0B2C-572966C78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271269"/>
              </p:ext>
            </p:extLst>
          </p:nvPr>
        </p:nvGraphicFramePr>
        <p:xfrm>
          <a:off x="2450276" y="2494180"/>
          <a:ext cx="688768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5896">
                  <a:extLst>
                    <a:ext uri="{9D8B030D-6E8A-4147-A177-3AD203B41FA5}">
                      <a16:colId xmlns:a16="http://schemas.microsoft.com/office/drawing/2014/main" val="85120429"/>
                    </a:ext>
                  </a:extLst>
                </a:gridCol>
                <a:gridCol w="2295896">
                  <a:extLst>
                    <a:ext uri="{9D8B030D-6E8A-4147-A177-3AD203B41FA5}">
                      <a16:colId xmlns:a16="http://schemas.microsoft.com/office/drawing/2014/main" val="3653788085"/>
                    </a:ext>
                  </a:extLst>
                </a:gridCol>
                <a:gridCol w="2295896">
                  <a:extLst>
                    <a:ext uri="{9D8B030D-6E8A-4147-A177-3AD203B41FA5}">
                      <a16:colId xmlns:a16="http://schemas.microsoft.com/office/drawing/2014/main" val="735611355"/>
                    </a:ext>
                  </a:extLst>
                </a:gridCol>
              </a:tblGrid>
              <a:tr h="583151">
                <a:tc>
                  <a:txBody>
                    <a:bodyPr/>
                    <a:lstStyle/>
                    <a:p>
                      <a:pPr algn="ctr"/>
                      <a:endParaRPr lang="es-CO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CO" b="0" dirty="0">
                          <a:solidFill>
                            <a:schemeClr val="tx1"/>
                          </a:solidFill>
                        </a:rPr>
                        <a:t>Consulta Stock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CO" b="0" dirty="0">
                          <a:solidFill>
                            <a:schemeClr val="tx1"/>
                          </a:solidFill>
                        </a:rPr>
                        <a:t>Etiqueta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CO" b="0" dirty="0">
                          <a:solidFill>
                            <a:schemeClr val="tx1"/>
                          </a:solidFill>
                        </a:rPr>
                        <a:t>Visualizar Logs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431951"/>
                  </a:ext>
                </a:extLst>
              </a:tr>
              <a:tr h="463536">
                <a:tc>
                  <a:txBody>
                    <a:bodyPr/>
                    <a:lstStyle/>
                    <a:p>
                      <a:pPr algn="ctr"/>
                      <a:endParaRPr lang="es-CO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CO" b="0" dirty="0">
                          <a:solidFill>
                            <a:schemeClr val="tx1"/>
                          </a:solidFill>
                        </a:rPr>
                        <a:t>Ver conciliación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CO" b="0" dirty="0">
                          <a:solidFill>
                            <a:schemeClr val="tx1"/>
                          </a:solidFill>
                        </a:rPr>
                        <a:t>Actualizar ficheros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CO" b="0" dirty="0">
                          <a:solidFill>
                            <a:schemeClr val="tx1"/>
                          </a:solidFill>
                        </a:rPr>
                        <a:t>Conteo de </a:t>
                      </a:r>
                      <a:r>
                        <a:rPr lang="es-CO" b="0" dirty="0" err="1">
                          <a:solidFill>
                            <a:schemeClr val="tx1"/>
                          </a:solidFill>
                        </a:rPr>
                        <a:t>items</a:t>
                      </a:r>
                      <a:endParaRPr lang="es-CO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12430"/>
                  </a:ext>
                </a:extLst>
              </a:tr>
              <a:tr h="583151">
                <a:tc>
                  <a:txBody>
                    <a:bodyPr/>
                    <a:lstStyle/>
                    <a:p>
                      <a:pPr algn="ctr"/>
                      <a:endParaRPr lang="es-CO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CO" b="0" dirty="0">
                          <a:solidFill>
                            <a:schemeClr val="tx1"/>
                          </a:solidFill>
                        </a:rPr>
                        <a:t>Validar Conteos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CO" b="0" dirty="0">
                          <a:solidFill>
                            <a:schemeClr val="tx1"/>
                          </a:solidFill>
                        </a:rPr>
                        <a:t>Auditoria de </a:t>
                      </a:r>
                      <a:r>
                        <a:rPr lang="es-CO" b="0" dirty="0" err="1">
                          <a:solidFill>
                            <a:schemeClr val="tx1"/>
                          </a:solidFill>
                        </a:rPr>
                        <a:t>picking</a:t>
                      </a:r>
                      <a:endParaRPr lang="es-CO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CO" b="0" dirty="0">
                          <a:solidFill>
                            <a:schemeClr val="tx1"/>
                          </a:solidFill>
                        </a:rPr>
                        <a:t>Confirmación de </a:t>
                      </a:r>
                      <a:r>
                        <a:rPr lang="es-CO" b="0" dirty="0" err="1">
                          <a:solidFill>
                            <a:schemeClr val="tx1"/>
                          </a:solidFill>
                        </a:rPr>
                        <a:t>picking</a:t>
                      </a:r>
                      <a:endParaRPr lang="es-CO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835067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520CEC70-733D-8276-C8A0-802261F916B7}"/>
              </a:ext>
            </a:extLst>
          </p:cNvPr>
          <p:cNvSpPr txBox="1"/>
          <p:nvPr/>
        </p:nvSpPr>
        <p:spPr>
          <a:xfrm>
            <a:off x="2501735" y="1314202"/>
            <a:ext cx="402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Bienvenido: Debe ir nombre de usuario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FAF0905-A5EA-F371-8DF6-DCA507E16C71}"/>
              </a:ext>
            </a:extLst>
          </p:cNvPr>
          <p:cNvSpPr/>
          <p:nvPr/>
        </p:nvSpPr>
        <p:spPr>
          <a:xfrm>
            <a:off x="4801590" y="4762004"/>
            <a:ext cx="2185059" cy="28104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47D944E-7576-6ADB-432B-A93E67DFE044}"/>
              </a:ext>
            </a:extLst>
          </p:cNvPr>
          <p:cNvSpPr txBox="1"/>
          <p:nvPr/>
        </p:nvSpPr>
        <p:spPr>
          <a:xfrm>
            <a:off x="5276602" y="4762004"/>
            <a:ext cx="1235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Cerrar sesión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C98F0EB4-4BCC-99D8-C3E8-D9654E4CA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5920" y="3245922"/>
            <a:ext cx="522514" cy="522514"/>
          </a:xfrm>
          <a:prstGeom prst="rect">
            <a:avLst/>
          </a:prstGeom>
        </p:spPr>
      </p:pic>
      <p:pic>
        <p:nvPicPr>
          <p:cNvPr id="13" name="Imagen 1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AEC14ADD-FAB1-2185-8EAB-B766370C2E7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940" y="2306545"/>
            <a:ext cx="819398" cy="819398"/>
          </a:xfrm>
          <a:prstGeom prst="rect">
            <a:avLst/>
          </a:prstGeom>
        </p:spPr>
      </p:pic>
      <p:pic>
        <p:nvPicPr>
          <p:cNvPr id="15" name="Imagen 1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617C763-0F21-189F-85BE-798ABAC504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312" y="2444204"/>
            <a:ext cx="515587" cy="515587"/>
          </a:xfrm>
          <a:prstGeom prst="rect">
            <a:avLst/>
          </a:prstGeom>
        </p:spPr>
      </p:pic>
      <p:pic>
        <p:nvPicPr>
          <p:cNvPr id="17" name="Imagen 16" descr="Forma&#10;&#10;El contenido generado por IA puede ser incorrecto.">
            <a:extLst>
              <a:ext uri="{FF2B5EF4-FFF2-40B4-BE49-F238E27FC236}">
                <a16:creationId xmlns:a16="http://schemas.microsoft.com/office/drawing/2014/main" id="{1C06F71C-FF9C-FCFD-8D5F-A03D98E104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43889" y1="34180" x2="46222" y2="675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657" y="3125943"/>
            <a:ext cx="703193" cy="400039"/>
          </a:xfrm>
          <a:prstGeom prst="rect">
            <a:avLst/>
          </a:prstGeom>
        </p:spPr>
      </p:pic>
      <p:pic>
        <p:nvPicPr>
          <p:cNvPr id="19" name="Imagen 18" descr="Icono&#10;&#10;El contenido generado por IA puede ser incorrecto.">
            <a:extLst>
              <a:ext uri="{FF2B5EF4-FFF2-40B4-BE49-F238E27FC236}">
                <a16:creationId xmlns:a16="http://schemas.microsoft.com/office/drawing/2014/main" id="{B1A350BC-A26B-4669-DCF2-4D60CE74687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6641" b="92188" l="10000" r="90000">
                        <a14:foregroundMark x1="49891" y1="6641" x2="50761" y2="66211"/>
                        <a14:foregroundMark x1="26630" y1="66797" x2="27500" y2="82617"/>
                        <a14:foregroundMark x1="27500" y1="82617" x2="30761" y2="91602"/>
                        <a14:foregroundMark x1="30761" y1="91602" x2="38804" y2="91211"/>
                        <a14:foregroundMark x1="38804" y1="91211" x2="46413" y2="92188"/>
                        <a14:foregroundMark x1="46413" y1="92188" x2="71413" y2="89844"/>
                        <a14:foregroundMark x1="71413" y1="89844" x2="73587" y2="65820"/>
                        <a14:foregroundMark x1="73587" y1="65820" x2="73587" y2="640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024" y="3140714"/>
            <a:ext cx="621229" cy="345728"/>
          </a:xfrm>
          <a:prstGeom prst="rect">
            <a:avLst/>
          </a:prstGeom>
        </p:spPr>
      </p:pic>
      <p:pic>
        <p:nvPicPr>
          <p:cNvPr id="21" name="Imagen 20" descr="Texto&#10;&#10;El contenido generado por IA puede ser incorrecto.">
            <a:extLst>
              <a:ext uri="{FF2B5EF4-FFF2-40B4-BE49-F238E27FC236}">
                <a16:creationId xmlns:a16="http://schemas.microsoft.com/office/drawing/2014/main" id="{630431D4-BA14-DB6C-7F8D-96069CAA409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9462" r="90000">
                        <a14:foregroundMark x1="11385" y1="20615" x2="57538" y2="73231"/>
                        <a14:foregroundMark x1="57538" y1="73231" x2="85615" y2="20231"/>
                        <a14:foregroundMark x1="85615" y1="20231" x2="9462" y2="20154"/>
                        <a14:foregroundMark x1="12846" y1="18231" x2="10000" y2="73231"/>
                        <a14:foregroundMark x1="14769" y1="71846" x2="14769" y2="71846"/>
                        <a14:foregroundMark x1="24462" y1="60231" x2="38000" y2="61154"/>
                        <a14:foregroundMark x1="66462" y1="42385" x2="24000" y2="47692"/>
                        <a14:foregroundMark x1="71308" y1="29308" x2="23000" y2="283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312" y="3103896"/>
            <a:ext cx="476746" cy="476746"/>
          </a:xfrm>
          <a:prstGeom prst="rect">
            <a:avLst/>
          </a:prstGeom>
        </p:spPr>
      </p:pic>
      <p:pic>
        <p:nvPicPr>
          <p:cNvPr id="23" name="Imagen 2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9583B3F0-71CA-FFD0-0C73-FF1B6B735B3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>
                        <a14:foregroundMark x1="29615" y1="31071" x2="28846" y2="63571"/>
                        <a14:foregroundMark x1="28846" y1="63571" x2="55000" y2="65357"/>
                        <a14:foregroundMark x1="55000" y1="65357" x2="69615" y2="56429"/>
                        <a14:foregroundMark x1="69615" y1="56429" x2="71538" y2="38214"/>
                        <a14:foregroundMark x1="71538" y1="38214" x2="53846" y2="28929"/>
                        <a14:foregroundMark x1="53846" y1="28929" x2="31923" y2="28571"/>
                        <a14:foregroundMark x1="31923" y1="28571" x2="29231" y2="30000"/>
                        <a14:foregroundMark x1="44231" y1="36429" x2="43462" y2="63929"/>
                        <a14:foregroundMark x1="57692" y1="35714" x2="56538" y2="63571"/>
                        <a14:foregroundMark x1="29231" y1="35357" x2="58077" y2="34286"/>
                        <a14:foregroundMark x1="58077" y1="34286" x2="71538" y2="34286"/>
                        <a14:foregroundMark x1="68846" y1="42500" x2="28846" y2="42500"/>
                        <a14:foregroundMark x1="28846" y1="42500" x2="28462" y2="42500"/>
                        <a14:foregroundMark x1="70385" y1="49286" x2="27308" y2="49286"/>
                        <a14:foregroundMark x1="69615" y1="56429" x2="29231" y2="57143"/>
                        <a14:foregroundMark x1="71538" y1="31429" x2="48077" y2="27500"/>
                        <a14:foregroundMark x1="48077" y1="27500" x2="31154" y2="30000"/>
                        <a14:foregroundMark x1="31154" y1="30000" x2="30000" y2="30000"/>
                        <a14:foregroundMark x1="57692" y1="29643" x2="69615" y2="29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109" y="3574815"/>
            <a:ext cx="734288" cy="790772"/>
          </a:xfrm>
          <a:prstGeom prst="rect">
            <a:avLst/>
          </a:prstGeom>
        </p:spPr>
      </p:pic>
      <p:pic>
        <p:nvPicPr>
          <p:cNvPr id="25" name="Imagen 2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4AD45EE-90BC-3F14-39BF-CCBC25B8FC3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>
                        <a14:foregroundMark x1="24308" y1="28154" x2="49385" y2="36154"/>
                        <a14:foregroundMark x1="48769" y1="66692" x2="45692" y2="69769"/>
                        <a14:foregroundMark x1="65308" y1="67923" x2="61615" y2="70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921" y="3694153"/>
            <a:ext cx="671434" cy="671434"/>
          </a:xfrm>
          <a:prstGeom prst="rect">
            <a:avLst/>
          </a:prstGeom>
        </p:spPr>
      </p:pic>
      <p:pic>
        <p:nvPicPr>
          <p:cNvPr id="27" name="Imagen 26" descr="Icono&#10;&#10;El contenido generado por IA puede ser incorrecto.">
            <a:extLst>
              <a:ext uri="{FF2B5EF4-FFF2-40B4-BE49-F238E27FC236}">
                <a16:creationId xmlns:a16="http://schemas.microsoft.com/office/drawing/2014/main" id="{35AEF503-84A2-D922-3FA6-05435762167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0000" l="10000" r="90000">
                        <a14:foregroundMark x1="53261" y1="12000" x2="15761" y2="30000"/>
                        <a14:foregroundMark x1="15761" y1="30000" x2="9783" y2="72400"/>
                        <a14:foregroundMark x1="9783" y1="72400" x2="63587" y2="87600"/>
                        <a14:foregroundMark x1="63587" y1="87600" x2="80978" y2="47600"/>
                        <a14:foregroundMark x1="80978" y1="47600" x2="63043" y2="15600"/>
                        <a14:foregroundMark x1="63043" y1="15600" x2="54891" y2="11200"/>
                        <a14:foregroundMark x1="66848" y1="23200" x2="27717" y2="26800"/>
                        <a14:foregroundMark x1="44022" y1="39200" x2="54891" y2="40400"/>
                        <a14:foregroundMark x1="66848" y1="45600" x2="38587" y2="52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242" y="3768277"/>
            <a:ext cx="350885" cy="47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015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30</Words>
  <Application>Microsoft Office PowerPoint</Application>
  <PresentationFormat>Panorámica</PresentationFormat>
  <Paragraphs>21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LogiTrack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FIGUEROA</dc:creator>
  <cp:lastModifiedBy>FIGUEROA</cp:lastModifiedBy>
  <cp:revision>2</cp:revision>
  <dcterms:created xsi:type="dcterms:W3CDTF">2025-11-03T17:44:26Z</dcterms:created>
  <dcterms:modified xsi:type="dcterms:W3CDTF">2025-11-03T18:18:35Z</dcterms:modified>
</cp:coreProperties>
</file>